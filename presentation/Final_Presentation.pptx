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D9F03-ADB2-478D-9EF2-BE508C1445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12A89-67CF-46C4-8032-13E00BEA7E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29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12A89-67CF-46C4-8032-13E00BEA7EA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3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pexplanettask3deepdiveanalysis-bhdfudutd3hhzys2newndw.streamlit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8375" y="1645920"/>
            <a:ext cx="782477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&amp;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1880" y="2926080"/>
            <a:ext cx="375776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ApexPlanet Internship – Task 4</a:t>
            </a:r>
          </a:p>
          <a:p>
            <a:pPr algn="ctr"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Customer Analysis</a:t>
            </a:r>
          </a:p>
          <a:p>
            <a:pPr algn="ctr">
              <a:defRPr sz="16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Supriya Enjam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0652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sales and customer data into meaningful business insights.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performance and customer purchasing behavior.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important business KPIs and segment customers by value.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 important business question using statistical evidence.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findings into practical, data-driven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049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ApexPlanet_DataAnalytics_Dataset.csv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and customer-level sales information.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ID, Order Date, Customer ID, Customer Name, Age, Gender.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fields: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City, Product, Category, Quantity, Unit Price, Total Sales.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areas: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performance, customer behavior, products/categories, cities, and trends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78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Business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Sum of Total_Sales — measures overall revenue generated.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Count of unique Order_ID — measures order volume.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Count of unique Customer_ID — measures customer base.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Total Sales ÷ Total Orders — measures average value per order.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Sum of Quantity — measures products sold.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359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was analyzed across products, categories, cities, and time.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purchasing patterns were examined to identify differences in contribution.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and geographic views help reveal changes in sales activity.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and category analysis highlights areas for business planning.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findings provided the foundation for deeper customer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881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326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were grouped using Customer_ID and analyzed at customer level.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Sales, Total Orders, and Total Quantity.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Value, Medium Value, and Low Value.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helps identify differences in customer contribution and behavior.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visual: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05DD7-276E-EB13-CF13-AC096665D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26" y="3013085"/>
            <a:ext cx="5486664" cy="3429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1427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&amp;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statistically significant difference in average sales between male and female customers?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statistically significant difference in average sales.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statistically significant difference in average sales.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level: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= 0.05.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2745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two-sample t-test.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Mean Sales: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141807.3397847358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Mean Sales: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136883.20862985688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T-Statistic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0.6826103913380815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0.49501147851458344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reject the null hypothesis. There is not enough statistical evidence to conclude that average sales differ between male and female groups.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9789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p-value &lt; 0.05: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H₀; there is statistically significant evidence of a difference.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p-value ≥ 0.05: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reject H₀; there is not enough statistical evidence to conclude a difference.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significance should be considered together with business context.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alone should not be the only basis for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4246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and loyalty efforts on high-value customers.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suitable engagement strategies for medium-value customers.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lower-value customers to identify opportunities for stronger engagement.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high-performing products, categories, and cities regularly.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KPI trends and statistical evidence together with business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9140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Business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9982" y="843260"/>
            <a:ext cx="107899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Streamlit dashboard developed in Task 3.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Gender, Category, City, and Date.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category, sales by city, monthly sales trend, customer segmentation, and product analysis.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filtered dataset preview and CSV download functionality.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visual: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66E590-0EE1-B0B0-AF26-DA8B4721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224" y="3054704"/>
            <a:ext cx="7168964" cy="33918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390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Sales &amp; Customer Analysis → KEY INSIGHTS → Customer Segmentation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HYPOTHESIS → Statistical Validation → BUSINESS ACTION</a:t>
            </a:r>
          </a:p>
          <a:p>
            <a:pPr>
              <a:spcAft>
                <a:spcPts val="1200"/>
              </a:spcAft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takeaway: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becomes valuable when insights are translated into measurable business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9014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sales and customer data.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five core business KPIs.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customer segmentation.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business patterns.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Formulated and tested a business hypothesis.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statistical evidence and developed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8090" y="1920240"/>
            <a:ext cx="264534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6894" y="2971800"/>
            <a:ext cx="904773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ApexPlanet Software Pvt. Ltd. Internship</a:t>
            </a:r>
          </a:p>
          <a:p>
            <a:pPr algn="ctr"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– Data Storytelling &amp; Statistical Validation</a:t>
            </a:r>
          </a:p>
          <a:p>
            <a:pPr algn="ctr">
              <a:defRPr sz="17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dirty="0"/>
              <a:t>:</a:t>
            </a:r>
            <a:r>
              <a:rPr lang="en-IN" dirty="0">
                <a:hlinkClick r:id="rId2"/>
              </a:rPr>
              <a:t>https://apexplanettask3deepdiveanalysis-bhdfudutd3hhzys2newndw.streamlit.app/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Office PowerPoint</Application>
  <PresentationFormat>Widescreen</PresentationFormat>
  <Paragraphs>93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duggi</dc:creator>
  <cp:lastModifiedBy>dugginenipoojitha@gmail.com</cp:lastModifiedBy>
  <cp:revision>1</cp:revision>
  <dcterms:modified xsi:type="dcterms:W3CDTF">2026-08-27T14:56:11Z</dcterms:modified>
</cp:coreProperties>
</file>