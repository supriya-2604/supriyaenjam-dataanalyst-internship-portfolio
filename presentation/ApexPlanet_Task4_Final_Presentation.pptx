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pexplanettask3deepdiveanalysisgit-3dh98zecwbq7zbf2abzrrc.streamlit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495" y="1494918"/>
            <a:ext cx="782477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92492" y="2608976"/>
            <a:ext cx="40900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Planet Internship – Task 4</a:t>
            </a:r>
          </a:p>
          <a:p>
            <a:pPr algn="ctr"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Customer Analysis</a:t>
            </a:r>
          </a:p>
          <a:p>
            <a:pPr algn="ctr"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Sriramoju Tejaswini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109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59175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sales and customer data into meaningful business insights.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performance and customer purchasing behavior.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important business KPIs and segment customers by value.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 important business question using statistical evidence.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findings into practical, data-driven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320040"/>
            <a:ext cx="3320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ApexPlanet_DataAnalytics_Dataset.csv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and customer-level sales information.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ID, Order Date, Customer ID, Customer Name, Age, Gender.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fields: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City, Product, Category, Quantity, Unit Price, Total Sales.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areas: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performance, customer behavior, products/categories, cities, and trends.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3345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— Sum of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Total_Sales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measures overall revenue generated.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— Count of unique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measures order volume.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 — Count of unique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measures customer base.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— Total Sales ÷ Total Orders — measures average value per order.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— Sum of Quantity — measures products sold.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953" y="320040"/>
            <a:ext cx="3984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was analyzed across products, categories, cities, and time.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patterns were examined to identify differences in contribution.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and geographic views help reveal changes in sales activity.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and category analysis highlights areas for business planning.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findings provided the foundation for deeper customer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88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were grouped using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analyzed at customer level.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 Total Sales, Total Orders, and Total Quantity.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Segments: High Value, Medium Value, and Low Value.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helps identify differences in customer contribution and behavior.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visual: 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sales_by_customer_segment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767EE3-4DF6-87C4-1F37-7D8476D8F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976" y="3453736"/>
            <a:ext cx="5286842" cy="32420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1427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&amp;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Question: Is there a statistically significant difference in average sales between male and female customers?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 There is no statistically significant difference in average sales.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 There is a statistically significant difference in average sales.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level: α = 0.05.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2745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test: Independent two-sample t-test.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Mean Sales: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141807.3397847358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Mean Sales: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136883.20862985688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T-Statistic: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0.6826103913380815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0.49501147851458344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 to reject the null hypothesis. There is not enough statistical evidence to conclude that average sales differ between male and female groups.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9789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p-value &lt; 0.05: reject H₀; there is statistically significant evidence of a difference.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p-value ≥ 0.05: fail to reject H₀; there is not enough statistical evidence to conclude a difference.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 should be considered together with business context.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alone should not be the only basis for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4246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and loyalty efforts on high-value customers.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suitable engagement strategies for medium-value customers.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lower-value customers to identify opportunities for stronger engagement.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high-performing products, categories, and cities regularly.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KPI trends and statistical evidence together with business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9140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4700"/>
            <a:ext cx="108508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developed in Task 3.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Filters: Gender, Category, City, and Date.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Visuals: sales by category, sales by city, monthly sales trend, customer segmentation, and product analysis.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filtered dataset preview and CSV download functionality.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visual: insert a screenshot of your live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898DF-6781-7237-C9AE-E1607FF8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81" y="3104525"/>
            <a:ext cx="7306812" cy="3753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39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Sales &amp; Customer Analysis → KEY INSIGHTS → Customer Segmentation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HYPOTHESIS → Statistical Validation → BUSINESS ACTION</a:t>
            </a:r>
          </a:p>
          <a:p>
            <a:pPr>
              <a:spcAft>
                <a:spcPts val="1200"/>
              </a:spcAft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takeaway: Data analysis becomes valuable when insights are translated into measurable business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901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sales and customer data.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five core business KPIs.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customer segmentation.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business patterns.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Formulated and tested a business hypothesis.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statistical evidence and developed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8090" y="1920240"/>
            <a:ext cx="264534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3031" y="2971800"/>
            <a:ext cx="893545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Planet Software Pvt. Ltd. Internship</a:t>
            </a:r>
          </a:p>
          <a:p>
            <a:pPr algn="ctr"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– Data Storytelling &amp; Statistical Validation</a:t>
            </a:r>
          </a:p>
          <a:p>
            <a:pPr algn="ctr"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Dashboard: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https://apexplanettask3deepdiveanalysisgit-3dh98zecwbq7zbf2abzrrc.streamlit.app/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ApexPlanet Internship • Task 4 •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826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Tejaswini Sriramoju</cp:lastModifiedBy>
  <cp:revision>2</cp:revision>
  <dcterms:modified xsi:type="dcterms:W3CDTF">2026-08-28T14:53:45Z</dcterms:modified>
</cp:coreProperties>
</file>